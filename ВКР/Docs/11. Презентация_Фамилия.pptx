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c0d254a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c0d254a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c0d254ac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c0d254ac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c0d254ac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c0d254ac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c0d254ac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c0d254ac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c0d254ac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c0d254ac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c0d254acd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c0d254acd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c0d254acd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c0d254acd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c0d254acd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c0d254acd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c0d254acd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c0d254acd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c0d254acd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c0d254acd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c0d254acd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c0d254acd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c0d254acd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c0d254acd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c0d254acd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c0d254acd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c0d254acd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c0d254acd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5" y="0"/>
            <a:ext cx="913607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lide_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slide_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slide_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slide_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 title="slide_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 title="slide_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 title="slide_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 title="slide_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 title="slide_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 title="slide_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 title="slide_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 title="slide_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 title="slide_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